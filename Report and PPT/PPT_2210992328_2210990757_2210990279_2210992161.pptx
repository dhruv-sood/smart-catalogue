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56" r:id="rId5"/>
    <p:sldId id="257" r:id="rId6"/>
    <p:sldId id="269" r:id="rId7"/>
    <p:sldId id="270" r:id="rId8"/>
    <p:sldId id="271" r:id="rId9"/>
    <p:sldId id="268" r:id="rId10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B2E2"/>
    <a:srgbClr val="2A66AC"/>
    <a:srgbClr val="75A4DD"/>
    <a:srgbClr val="2E6CB8"/>
    <a:srgbClr val="2A65AC"/>
    <a:srgbClr val="255997"/>
    <a:srgbClr val="3379CD"/>
    <a:srgbClr val="558ED5"/>
    <a:srgbClr val="78A6DE"/>
    <a:srgbClr val="9DBE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1426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F607C9A-EDB5-4C0A-BCFE-81AAF6133E6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F00B0C-2831-4624-A5D3-43F42D30BA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D2B5EB-424D-4C39-A8AB-65F1D7895EF3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34ABA9-0C2F-480A-B554-A457296C39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3BA01-5457-4975-8BF5-D0EAD49D53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99376-55CE-4213-A97D-9D70929AC50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02274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8BC1CF-45D5-4DEE-AAB8-8C5341844FC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A7523A-12D4-4E0F-9409-B3F845B4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12222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9BB95-9755-4BC6-8051-C2B8CF54F2A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</p:spTree>
    <p:extLst>
      <p:ext uri="{BB962C8B-B14F-4D97-AF65-F5344CB8AC3E}">
        <p14:creationId xmlns:p14="http://schemas.microsoft.com/office/powerpoint/2010/main" val="4254874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ubTitle"/>
          </p:nvPr>
        </p:nvSpPr>
        <p:spPr>
          <a:xfrm>
            <a:off x="0" y="0"/>
            <a:ext cx="5486040" cy="4238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stomShape 1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1" name="CustomShape 2"/>
          <p:cNvSpPr/>
          <p:nvPr/>
        </p:nvSpPr>
        <p:spPr>
          <a:xfrm flipV="1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 w="9360">
            <a:noFill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pic>
        <p:nvPicPr>
          <p:cNvPr id="2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pic>
        <p:nvPicPr>
          <p:cNvPr id="3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4" name="Group 3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5" name="CustomShape 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6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7" name="CustomShape 5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8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pic>
        <p:nvPicPr>
          <p:cNvPr id="9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10" name="Group 6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1" name="CustomShape 7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12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13" name="CustomShape 8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14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sp>
        <p:nvSpPr>
          <p:cNvPr id="15" name="PlaceHolder 9"/>
          <p:cNvSpPr>
            <a:spLocks noGrp="1"/>
          </p:cNvSpPr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title style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10"/>
          <p:cNvSpPr>
            <a:spLocks noGrp="1"/>
          </p:cNvSpPr>
          <p:nvPr>
            <p:ph type="body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</p:spPr>
        <p:txBody>
          <a:bodyPr>
            <a:noAutofit/>
          </a:bodyPr>
          <a:lstStyle/>
          <a:p>
            <a:pPr marL="343080" indent="-34272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text styles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743040" lvl="1" indent="-2854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Second level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143000" lvl="2" indent="-2282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Third level</a:t>
            </a: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 marL="1600200" lvl="3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Fourth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2057400" lvl="4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Fifth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11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endParaRPr lang="en-GB" sz="1200" b="0" strike="noStrike" spc="-1">
              <a:latin typeface="Times New Roman"/>
            </a:endParaRPr>
          </a:p>
        </p:txBody>
      </p:sp>
      <p:sp>
        <p:nvSpPr>
          <p:cNvPr id="18" name="PlaceHolder 12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n-GB" sz="2400" b="0" strike="noStrike" spc="-1">
                <a:latin typeface="Times New Roman"/>
              </a:rPr>
              <a:t>Name</a:t>
            </a:r>
          </a:p>
        </p:txBody>
      </p:sp>
      <p:sp>
        <p:nvSpPr>
          <p:cNvPr id="19" name="PlaceHolder 13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1CFDC92E-FF5D-4613-8499-B15BC16E50D9}" type="slidenum">
              <a:rPr lang="en-US" sz="1200" b="0" strike="noStrike" spc="-1">
                <a:solidFill>
                  <a:srgbClr val="898989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Shape 1"/>
          <p:cNvSpPr txBox="1"/>
          <p:nvPr/>
        </p:nvSpPr>
        <p:spPr>
          <a:xfrm>
            <a:off x="0" y="840631"/>
            <a:ext cx="9144000" cy="5377289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Project Presentation of </a:t>
            </a:r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CO-OP Project at Industry (Module-2) </a:t>
            </a: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(22CS421)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On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4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Smart AI Cataloging Application</a:t>
            </a:r>
            <a:b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</a:br>
            <a:endParaRPr lang="en-US" sz="2000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Supervised By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 err="1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Dr.Rajat</a:t>
            </a: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 Takkar</a:t>
            </a: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spc="-1" dirty="0"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Department of </a:t>
            </a: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Computer Science and Engineering, 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Chitkara University, Punjab</a:t>
            </a:r>
          </a:p>
          <a:p>
            <a:pPr algn="ctr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641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E33670A-62AF-71A3-03D9-BF706B10E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5210717"/>
              </p:ext>
            </p:extLst>
          </p:nvPr>
        </p:nvGraphicFramePr>
        <p:xfrm>
          <a:off x="2194560" y="2560320"/>
          <a:ext cx="5532120" cy="1933372"/>
        </p:xfrm>
        <a:graphic>
          <a:graphicData uri="http://schemas.openxmlformats.org/drawingml/2006/table">
            <a:tbl>
              <a:tblPr/>
              <a:tblGrid>
                <a:gridCol w="2766060">
                  <a:extLst>
                    <a:ext uri="{9D8B030D-6E8A-4147-A177-3AD203B41FA5}">
                      <a16:colId xmlns:a16="http://schemas.microsoft.com/office/drawing/2014/main" val="1873008601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1152090911"/>
                    </a:ext>
                  </a:extLst>
                </a:gridCol>
              </a:tblGrid>
              <a:tr h="180923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</a:t>
                      </a:r>
                      <a:r>
                        <a:rPr lang="en-IN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ame</a:t>
                      </a:r>
                      <a:endParaRPr lang="en-IN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EMP CODE/ROLL</a:t>
                      </a:r>
                      <a:endParaRPr lang="en-IN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4856524"/>
                  </a:ext>
                </a:extLst>
              </a:tr>
              <a:tr h="409683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Shivansh Sood</a:t>
                      </a:r>
                      <a:endParaRPr lang="en-IN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2210992328</a:t>
                      </a:r>
                      <a:endParaRPr lang="en-IN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9671905"/>
                  </a:ext>
                </a:extLst>
              </a:tr>
              <a:tr h="409683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Sahil Arya</a:t>
                      </a:r>
                      <a:endParaRPr lang="en-IN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2210990757</a:t>
                      </a:r>
                      <a:endParaRPr lang="en-IN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7474319"/>
                  </a:ext>
                </a:extLst>
              </a:tr>
              <a:tr h="409683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Rishi Kumar</a:t>
                      </a:r>
                      <a:endParaRPr lang="en-IN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2210992161</a:t>
                      </a:r>
                      <a:endParaRPr lang="en-IN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5190385"/>
                  </a:ext>
                </a:extLst>
              </a:tr>
              <a:tr h="409683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Dhruv Sood</a:t>
                      </a:r>
                      <a:endParaRPr lang="en-IN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2210990279</a:t>
                      </a:r>
                      <a:endParaRPr lang="en-IN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643157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D398CCB5-A343-03FB-A2E9-CF1D5791C0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3925" y="2145200"/>
            <a:ext cx="223138" cy="8308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304704" rIns="91440" bIns="7617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Objectives</a:t>
            </a:r>
            <a:endParaRPr lang="en-US" sz="3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 marL="711200" lvl="0" indent="-5715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Automate e-commerce product cataloging using AI</a:t>
            </a:r>
          </a:p>
          <a:p>
            <a:pPr marL="139700" lvl="0">
              <a:buClr>
                <a:srgbClr val="000000"/>
              </a:buClr>
              <a:buSzPts val="1400"/>
            </a:pPr>
            <a:endParaRPr lang="en-US" sz="24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11200" lvl="0" indent="-5715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Eliminate manual data entry for product titles, descriptions, categories, tags</a:t>
            </a:r>
          </a:p>
          <a:p>
            <a:pPr marL="139700" lvl="0">
              <a:buClr>
                <a:srgbClr val="000000"/>
              </a:buClr>
              <a:buSzPts val="1400"/>
            </a:pPr>
            <a:endParaRPr lang="en-US" sz="24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11200" lvl="0" indent="-5715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Generate SEO-optimized catalog entries from product images and/or text descriptions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4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5D0A5-2181-C7D5-743A-4E7AE81BE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91072" cy="914040"/>
          </a:xfrm>
        </p:spPr>
        <p:txBody>
          <a:bodyPr/>
          <a:lstStyle/>
          <a:p>
            <a:r>
              <a:rPr lang="en-IN" dirty="0"/>
              <a:t>Methodology / Approach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518491-ECD8-125B-E223-6EBED5A717BF}"/>
              </a:ext>
            </a:extLst>
          </p:cNvPr>
          <p:cNvSpPr>
            <a:spLocks noGrp="1"/>
          </p:cNvSpPr>
          <p:nvPr>
            <p:ph type="subTitle"/>
          </p:nvPr>
        </p:nvSpPr>
        <p:spPr/>
        <p:txBody>
          <a:bodyPr/>
          <a:lstStyle/>
          <a:p>
            <a:r>
              <a:rPr lang="en-US" sz="2000" dirty="0"/>
              <a:t>User uploads a product image, text description, or both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Backend sends input to Google Gemini AI with engineered prompts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Gemini returns structured JSON: title, description, category, attributes, tags, keywords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Results stored in MySQL and displayed on the React frontend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Supports single item and batch cataloging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2300822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A87F-DB2F-BDF4-12F6-9A86E214C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32676-3FC8-EFA6-663D-BDF285A06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528816" cy="822960"/>
          </a:xfrm>
        </p:spPr>
        <p:txBody>
          <a:bodyPr/>
          <a:lstStyle/>
          <a:p>
            <a:r>
              <a:rPr lang="en-IN" dirty="0"/>
              <a:t> Key Findings / Outcomes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07D39A-0654-0242-3F8B-A78E0F08B057}"/>
              </a:ext>
            </a:extLst>
          </p:cNvPr>
          <p:cNvSpPr txBox="1"/>
          <p:nvPr/>
        </p:nvSpPr>
        <p:spPr>
          <a:xfrm>
            <a:off x="109728" y="1014859"/>
            <a:ext cx="842619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Reduced </a:t>
            </a:r>
            <a:r>
              <a:rPr lang="en-IN" sz="2400" dirty="0" err="1"/>
              <a:t>cataloging</a:t>
            </a:r>
            <a:r>
              <a:rPr lang="en-IN" sz="2400" dirty="0"/>
              <a:t> time from minutes to seconds per product</a:t>
            </a:r>
          </a:p>
          <a:p>
            <a:endParaRPr lang="en-IN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Consistent category and tag assignment across products</a:t>
            </a:r>
          </a:p>
          <a:p>
            <a:endParaRPr lang="en-IN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SEO-optimized titles and descriptions generated automatically</a:t>
            </a:r>
          </a:p>
          <a:p>
            <a:endParaRPr lang="en-IN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Confidence scoring on each AI-generated entry</a:t>
            </a:r>
          </a:p>
          <a:p>
            <a:endParaRPr lang="en-IN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Price positioning (budget / mid-range / premium) inferred from product features</a:t>
            </a:r>
          </a:p>
        </p:txBody>
      </p:sp>
    </p:spTree>
    <p:extLst>
      <p:ext uri="{BB962C8B-B14F-4D97-AF65-F5344CB8AC3E}">
        <p14:creationId xmlns:p14="http://schemas.microsoft.com/office/powerpoint/2010/main" val="888268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4C47E-515E-397D-18BA-7ED91DDA8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656832" cy="914040"/>
          </a:xfrm>
        </p:spPr>
        <p:txBody>
          <a:bodyPr/>
          <a:lstStyle/>
          <a:p>
            <a:r>
              <a:rPr lang="en-IN" sz="4000" dirty="0"/>
              <a:t>Conclusion &amp; Future Scope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684E29-B800-9141-DB7C-6A5B87963494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210312" y="2057400"/>
            <a:ext cx="8476128" cy="3524400"/>
          </a:xfrm>
        </p:spPr>
        <p:txBody>
          <a:bodyPr/>
          <a:lstStyle/>
          <a:p>
            <a:r>
              <a:rPr lang="en-IN" sz="2400" dirty="0"/>
              <a:t>Conclusion: Successfully built an AI-powered </a:t>
            </a:r>
            <a:r>
              <a:rPr lang="en-IN" sz="2400" dirty="0" err="1"/>
              <a:t>cataloging</a:t>
            </a:r>
            <a:r>
              <a:rPr lang="en-IN" sz="2400" dirty="0"/>
              <a:t> tool that automates structured product data generation for e-commerce</a:t>
            </a:r>
          </a:p>
          <a:p>
            <a:r>
              <a:rPr lang="en-IN" sz="2400" dirty="0"/>
              <a:t>Future Scope:</a:t>
            </a:r>
          </a:p>
          <a:p>
            <a:pPr marL="457200" lvl="1" indent="0">
              <a:buNone/>
            </a:pPr>
            <a:r>
              <a:rPr lang="en-IN" sz="2000" dirty="0"/>
              <a:t>1.Support for more AI models (OpenAI, Claude)</a:t>
            </a:r>
          </a:p>
          <a:p>
            <a:pPr marL="457200" lvl="1" indent="0">
              <a:buNone/>
            </a:pPr>
            <a:r>
              <a:rPr lang="en-IN" sz="2000" dirty="0"/>
              <a:t>2.Bulk CSV import/export</a:t>
            </a:r>
          </a:p>
          <a:p>
            <a:pPr marL="457200" lvl="1" indent="0">
              <a:buNone/>
            </a:pPr>
            <a:r>
              <a:rPr lang="en-IN" sz="2000" dirty="0"/>
              <a:t>3.Multi-language </a:t>
            </a:r>
            <a:r>
              <a:rPr lang="en-IN" sz="2000" dirty="0" err="1"/>
              <a:t>catalog</a:t>
            </a:r>
            <a:r>
              <a:rPr lang="en-IN" sz="2000" dirty="0"/>
              <a:t> generation</a:t>
            </a:r>
          </a:p>
          <a:p>
            <a:pPr marL="457200" lvl="1" indent="0">
              <a:buNone/>
            </a:pPr>
            <a:r>
              <a:rPr lang="en-IN" sz="2000" dirty="0"/>
              <a:t>4.Integration with platforms like Shopify / WooCommerce</a:t>
            </a:r>
          </a:p>
        </p:txBody>
      </p:sp>
    </p:spTree>
    <p:extLst>
      <p:ext uri="{BB962C8B-B14F-4D97-AF65-F5344CB8AC3E}">
        <p14:creationId xmlns:p14="http://schemas.microsoft.com/office/powerpoint/2010/main" val="1135512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1297577" y="2821578"/>
            <a:ext cx="6705599" cy="1410788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US" sz="5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6</a:t>
            </a:fld>
            <a:endParaRPr lang="en-GB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4479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6F1BF43DDE004485E7A868D137D60A" ma:contentTypeVersion="0" ma:contentTypeDescription="Create a new document." ma:contentTypeScope="" ma:versionID="47fff7f98a9c49c088ba096c14cf445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05e9f2c4932a6a674126b9dde7716e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91DF113-39A2-46D5-BFDA-E63300A9EC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737ED6F0-5E4C-4CD0-9B68-9C53F925A6F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A62A602-78C1-468C-BB25-57CD481DB741}">
  <ds:schemaRefs>
    <ds:schemaRef ds:uri="http://purl.org/dc/terms/"/>
    <ds:schemaRef ds:uri="http://www.w3.org/XML/1998/namespace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34711</TotalTime>
  <Words>265</Words>
  <Application>Microsoft Office PowerPoint</Application>
  <PresentationFormat>On-screen Show (4:3)</PresentationFormat>
  <Paragraphs>73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Methodology / Approach</vt:lpstr>
      <vt:lpstr> Key Findings / Outcomes</vt:lpstr>
      <vt:lpstr>Conclusion &amp; Future Scope</vt:lpstr>
      <vt:lpstr>PowerPoint Presentation</vt:lpstr>
    </vt:vector>
  </TitlesOfParts>
  <Company>CCC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ABC</dc:creator>
  <cp:lastModifiedBy>Sahil Arya</cp:lastModifiedBy>
  <cp:revision>2301</cp:revision>
  <dcterms:created xsi:type="dcterms:W3CDTF">2010-04-09T07:36:15Z</dcterms:created>
  <dcterms:modified xsi:type="dcterms:W3CDTF">2026-04-29T12:15:46Z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mpany">
    <vt:lpwstr>CCC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37</vt:i4>
  </property>
  <property fmtid="{D5CDD505-2E9C-101B-9397-08002B2CF9AE}" pid="13" name="ContentTypeId">
    <vt:lpwstr>0x010100096F1BF43DDE004485E7A868D137D60A</vt:lpwstr>
  </property>
</Properties>
</file>