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9" r:id="rId7"/>
    <p:sldId id="270" r:id="rId8"/>
    <p:sldId id="272" r:id="rId9"/>
    <p:sldId id="273" r:id="rId10"/>
    <p:sldId id="271" r:id="rId11"/>
    <p:sldId id="268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Smart AI Cataloging Application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Dr.Rajat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Takkar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33670A-62AF-71A3-03D9-BF706B10E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210717"/>
              </p:ext>
            </p:extLst>
          </p:nvPr>
        </p:nvGraphicFramePr>
        <p:xfrm>
          <a:off x="2194560" y="2560320"/>
          <a:ext cx="5532120" cy="1933372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18730086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1152090911"/>
                    </a:ext>
                  </a:extLst>
                </a:gridCol>
              </a:tblGrid>
              <a:tr h="1809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r>
                        <a:rPr lang="en-IN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ame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EMP CODE/ROLL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856524"/>
                  </a:ext>
                </a:extLst>
              </a:tr>
              <a:tr h="40968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Shivansh Sood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2210992328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671905"/>
                  </a:ext>
                </a:extLst>
              </a:tr>
              <a:tr h="40968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Sahil Arya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2210990757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74319"/>
                  </a:ext>
                </a:extLst>
              </a:tr>
              <a:tr h="40968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Rishi Kumar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2210992161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190385"/>
                  </a:ext>
                </a:extLst>
              </a:tr>
              <a:tr h="40968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Dhruv Sood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2210990279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4315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398CCB5-A343-03FB-A2E9-CF1D5791C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2145200"/>
            <a:ext cx="223138" cy="83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307592" y="71967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81713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711200" lvl="0" indent="-571500">
              <a:lnSpc>
                <a:spcPct val="150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Automate e-commerce product cataloging using AI</a:t>
            </a:r>
          </a:p>
          <a:p>
            <a:pPr marL="711200" lvl="0" indent="-571500">
              <a:lnSpc>
                <a:spcPct val="150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Eliminate manual data entry for product titles, descriptions, categories, tags</a:t>
            </a:r>
          </a:p>
          <a:p>
            <a:pPr marL="711200" lvl="0" indent="-571500">
              <a:lnSpc>
                <a:spcPct val="150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Generate SEO-optimized catalog entries from product images and/or text descriptions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6C6F98-3A1C-2C04-4615-5E1C8D510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785" y="4197174"/>
            <a:ext cx="4201230" cy="25240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D0A5-2181-C7D5-743A-4E7AE81BE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91072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18491-ECD8-125B-E223-6EBED5A717B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18872" y="1014984"/>
            <a:ext cx="8001000" cy="392277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a product image, text description, or both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sends input to Google Gemini AI with engineered prompts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returns structured JSON: title, description, category, attributes, tags, keywords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stored in MySQL and displayed on the React frontend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single item and batch cataloging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822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9A87F-DB2F-BDF4-12F6-9A86E214C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32676-3FC8-EFA6-663D-BDF285A06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8816" cy="82296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Findings / Outcomes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7D39A-0654-0242-3F8B-A78E0F08B057}"/>
              </a:ext>
            </a:extLst>
          </p:cNvPr>
          <p:cNvSpPr txBox="1"/>
          <p:nvPr/>
        </p:nvSpPr>
        <p:spPr>
          <a:xfrm>
            <a:off x="109728" y="1014859"/>
            <a:ext cx="8426196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from minutes to seconds per product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category and tag assignment across products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SEO-optimized titles and descriptions generated automatically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scoring on each AI-generated entry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positioning (budget / mid-range / premium) inferred from product features</a:t>
            </a:r>
          </a:p>
        </p:txBody>
      </p:sp>
    </p:spTree>
    <p:extLst>
      <p:ext uri="{BB962C8B-B14F-4D97-AF65-F5344CB8AC3E}">
        <p14:creationId xmlns:p14="http://schemas.microsoft.com/office/powerpoint/2010/main" val="88826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03CA-E113-1BCC-3F6E-18B7EAE6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042810-3411-E05C-28C0-1AC6DFBB5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914040"/>
            <a:ext cx="6382512" cy="2856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09AE26-BF12-E31B-5FE8-900F6A11B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607" y="3664261"/>
            <a:ext cx="6369634" cy="28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76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24A0D-2514-C3F8-0F8F-6C4AA819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B22622-9CE3-8EB7-3A95-BC27B55E4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944" y="847837"/>
            <a:ext cx="4681728" cy="2816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8EEC6-2D1D-1050-C784-4A0E4B373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07" y="3856583"/>
            <a:ext cx="5155601" cy="25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88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4C47E-515E-397D-18BA-7ED91DDA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56832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84E29-B800-9141-DB7C-6A5B8796349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9728" y="566568"/>
            <a:ext cx="8476128" cy="46677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Successfully built an AI-powered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 that automates structured product data generation for e-commerce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1.Support for more AI models (OpenAI, Claude)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2.Bulk CSV import/export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3.Multi-language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4.Integration with platforms like Shopify / WooCommerce</a:t>
            </a:r>
          </a:p>
        </p:txBody>
      </p:sp>
    </p:spTree>
    <p:extLst>
      <p:ext uri="{BB962C8B-B14F-4D97-AF65-F5344CB8AC3E}">
        <p14:creationId xmlns:p14="http://schemas.microsoft.com/office/powerpoint/2010/main" val="1135512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34772</TotalTime>
  <Words>265</Words>
  <Application>Microsoft Office PowerPoint</Application>
  <PresentationFormat>On-screen Show (4:3)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Methodology / Approach</vt:lpstr>
      <vt:lpstr> Key Findings / Outcomes</vt:lpstr>
      <vt:lpstr>PowerPoint Presentation</vt:lpstr>
      <vt:lpstr>PowerPoint Presentation</vt:lpstr>
      <vt:lpstr>Conclusion &amp; 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Sahil Arya</cp:lastModifiedBy>
  <cp:revision>2303</cp:revision>
  <dcterms:created xsi:type="dcterms:W3CDTF">2010-04-09T07:36:15Z</dcterms:created>
  <dcterms:modified xsi:type="dcterms:W3CDTF">2026-05-20T16:30:24Z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